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75"/>
  </p:normalViewPr>
  <p:slideViewPr>
    <p:cSldViewPr snapToGrid="0">
      <p:cViewPr varScale="1">
        <p:scale>
          <a:sx n="119" d="100"/>
          <a:sy n="119" d="100"/>
        </p:scale>
        <p:origin x="856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D88101-0247-8653-4D80-2F2E30B9C93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B69F986-E53F-100F-773A-CBD3CBE928C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3A943B-2FB8-3479-82EF-5B2417B1A0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4277C8-3770-8644-9D3B-AA2116A14DAB}" type="datetimeFigureOut">
              <a:t>9/18/26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35D618-8493-B225-946B-E6848C1980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C30713-5E52-36FF-8DE7-536BA6F248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EBE020-D231-F74B-8D8E-FD7EF3E76683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99365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768DD2-A8EB-60B8-AE26-A91DB4E0BD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1EBF44-11CA-B1D8-EE78-B2905ADD67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5BB305-0A28-071B-E806-0C956E045C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4277C8-3770-8644-9D3B-AA2116A14DAB}" type="datetimeFigureOut">
              <a:t>9/18/26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A88967-BEA0-2438-CDCF-6F087E5599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5D3DAD-7928-E86C-07D3-1C00345AE3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EBE020-D231-F74B-8D8E-FD7EF3E76683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73523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DE2C78-5D14-7FC1-8C22-D7DD75CC42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6E216F6-FA79-E1B2-77F2-3C393F3FB3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157AD0-BF15-0759-2C1A-C4221306A0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4277C8-3770-8644-9D3B-AA2116A14DAB}" type="datetimeFigureOut">
              <a:t>9/18/26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D4D2CB-CDDC-143C-BA71-C2D3F1EDE1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DE88A2-7C82-6F76-39A3-6F7305CB15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EBE020-D231-F74B-8D8E-FD7EF3E76683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55501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E5CCF4-592E-1951-6EAB-8742440274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F293D9-F236-B269-273E-43530932308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FFFE0B0-945E-C2E5-F0B6-2BB25CF50C5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DACE02B-65E4-A645-C543-B33CD5B01E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4277C8-3770-8644-9D3B-AA2116A14DAB}" type="datetimeFigureOut">
              <a:t>9/18/26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6AE9568-BCF1-845D-74E3-2793501B7B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3C8CF74-2559-9D96-586A-D9CF9F5A61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EBE020-D231-F74B-8D8E-FD7EF3E76683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26307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65F15D-FD0B-3596-1923-D6A4447995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3BFA8FF-5465-4A9D-F93A-3B9EAC2A9B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457DD5F-4001-4C45-361F-AF193085EB7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3D1DA67-EB5D-29EC-0B4B-516E9C6D4E0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6262BF3-2DCF-0E6E-2FD9-221BC4323DF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CC6C18D-1E8C-469C-3BF8-BA56F1A0A7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4277C8-3770-8644-9D3B-AA2116A14DAB}" type="datetimeFigureOut">
              <a:t>9/18/26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2100265-675D-7274-479E-2539C93AA0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01807C1-7FD0-6E45-5F6C-1660AA27B4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EBE020-D231-F74B-8D8E-FD7EF3E76683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25731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E16517-186F-FF0C-F2F5-E74F5B207D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9E8189F-5247-FB9F-6392-BE6DE5F206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4277C8-3770-8644-9D3B-AA2116A14DAB}" type="datetimeFigureOut">
              <a:t>9/18/26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945688C-05FF-BB57-EFD5-D44792BC81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8518DE5-A3ED-E276-613B-31B9672E6E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EBE020-D231-F74B-8D8E-FD7EF3E76683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27350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103CC67-F4DC-E203-423B-643A9D8B9C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4277C8-3770-8644-9D3B-AA2116A14DAB}" type="datetimeFigureOut">
              <a:t>9/18/26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619DA67-B0AD-FD05-FAD2-E77DE8FE34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4479944-E93E-E5C1-6214-88A98FC8C2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EBE020-D231-F74B-8D8E-FD7EF3E76683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55589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4339F0-A955-8986-5749-C032F20696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370919-2684-D6EE-4444-445ADB06B8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4F0FB82-7407-F949-A21A-5015477BA5F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3A7347E-F8B0-4123-BB68-655C434828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4277C8-3770-8644-9D3B-AA2116A14DAB}" type="datetimeFigureOut">
              <a:t>9/18/26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1BAD57A-58DB-1265-AD2C-FE4562D1DD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9923C9C-12FB-1313-8B00-82084385B1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EBE020-D231-F74B-8D8E-FD7EF3E76683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16268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ACE54A-22A9-AA95-8E51-F021C7F392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4D70D02-2451-9178-263E-5CFE07EF1CF3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1344E24-F07F-D135-3D10-F27FBF9D301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E20536-2D2C-BF3C-6CB3-01DE307DAF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4277C8-3770-8644-9D3B-AA2116A14DAB}" type="datetimeFigureOut">
              <a:t>9/18/26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4CB600C-D6D9-E2C9-7C94-3F2FE2E14B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525BC6-1A6E-B387-62DF-DEF3F2FEA9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EBE020-D231-F74B-8D8E-FD7EF3E76683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11104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6F1367-C037-2153-20F1-916D2047A1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CE01F0A-9A90-661E-AE12-A5C8FBFDF57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974BEB-C817-90F5-F6E0-4FC08EE984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4277C8-3770-8644-9D3B-AA2116A14DAB}" type="datetimeFigureOut">
              <a:t>9/18/26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1BBF91-5225-FE43-7165-B48A64817F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A60C80-224F-15D8-4954-F56CBE7F7B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EBE020-D231-F74B-8D8E-FD7EF3E76683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00537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FB21EE3-3040-A22D-451E-D2DC1256A13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26FED49-2694-E6D5-3600-BE719EC4D86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C2251A-87B4-93E4-843A-8F3BE9DE5E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4277C8-3770-8644-9D3B-AA2116A14DAB}" type="datetimeFigureOut">
              <a:t>9/18/26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E9234E-018B-C98A-056F-0BD9810A1A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B8A90A-807A-3E61-65C4-AF8B5F0628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EBE020-D231-F74B-8D8E-FD7EF3E76683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91255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BDAF16A-D59B-645E-15D0-8BE65146AD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2B31E21-5F8C-2343-43BC-CDBCBDBF2C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68E8DA-9387-662B-B821-32FBE008A2C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54277C8-3770-8644-9D3B-AA2116A14DAB}" type="datetimeFigureOut">
              <a:t>9/18/26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789409-EA64-C3FD-2614-00F40859DEC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4973EE-4FBB-A5FB-FCBE-956C03A9665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9EBE020-D231-F74B-8D8E-FD7EF3E76683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89059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E8609203-42E5-A704-2869-10DCE22A3F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85535" y="3429000"/>
            <a:ext cx="6464300" cy="25654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6E1521D-BB82-6CEF-82E2-4810EA03C2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12272" y="2017208"/>
            <a:ext cx="6413500" cy="2565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971794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0</Words>
  <Application>Microsoft Macintosh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JD Landgrebe</dc:creator>
  <cp:lastModifiedBy>JD Landgrebe</cp:lastModifiedBy>
  <cp:revision>1</cp:revision>
  <dcterms:created xsi:type="dcterms:W3CDTF">2026-09-18T18:11:26Z</dcterms:created>
  <dcterms:modified xsi:type="dcterms:W3CDTF">2026-09-18T18:28:33Z</dcterms:modified>
</cp:coreProperties>
</file>